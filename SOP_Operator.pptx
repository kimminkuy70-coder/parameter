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</a:rPr>
              <a:t>SOP for X-ray — Operator (레시피 모델 사용)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목적: 레시피 모델(Recipe_Model.xlsx)로 파라미터를 받아, 판단 없이 검사까지 완료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대상 장비: Nordson XM8000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C00000"/>
                </a:solidFill>
              </a:rPr>
              <a:t>★ 이 SOP는 값을 '계산'하지 않습니다 — 모든 값은 엑셀이 줍니다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</a:rPr>
              <a:t>0. 파라미터 받기 (Recipe_Model.xlsx)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순서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1) '레시피계산' 시트 열기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2) 노란칸 4개 입력: bump 직경 / die 폭·높이 / void 기준%  (전부 도면·spec에 있음)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3) 파란칸 값을 메모: 검사(kV·R·Frame) + 취득(kV·R·Frame)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C00000"/>
                </a:solidFill>
              </a:rPr>
              <a:t>★ kV는 '시작값' — 마지막 단계에서 판정 후 1kV 조정될 수 있음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</a:rPr>
              <a:t>1. 장비 초기화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1206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Home 화면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1) 우측 상단 GEM Status 확인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2) 좌측 Component: INS / WFC / FI / IO / WH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7000"/>
                </a:solidFill>
              </a:rPr>
              <a:t>✓ 전부 Running 이면 정상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C00000"/>
                </a:solidFill>
              </a:rPr>
              <a:t>★ 하나라도 아니면 검사 중단 → Eng. 호출</a:t>
            </a:r>
          </a:p>
        </p:txBody>
      </p:sp>
      <p:pic>
        <p:nvPicPr>
          <p:cNvPr id="4" name="Picture 3" descr="s0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914400"/>
            <a:ext cx="6126480" cy="447587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</a:rPr>
              <a:t>2. [신규 자재] WS Recipe 입력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1206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WS Recipes 화면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1) 도면값 입력: Bump Diameter / Bump Pitch / Die Size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2) 엑셀의 취득 파라미터 입력: kV / Resolution / Frame(32)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3) Create WS Recipe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C00000"/>
                </a:solidFill>
              </a:rPr>
              <a:t>★ 기존 레시피 재사용 시 이 단계 생략 (재사용 가능 여부는 게시된 기준표 참조)</a:t>
            </a:r>
          </a:p>
        </p:txBody>
      </p:sp>
      <p:pic>
        <p:nvPicPr>
          <p:cNvPr id="4" name="Picture 3" descr="s0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914400"/>
            <a:ext cx="6126480" cy="33248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</a:rPr>
              <a:t>3. [신규 자재] Image Acquisition 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1206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Jobs 화면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1) Manual Process start → Image Acquisition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2) WS Recipe 선택 / Slot 선택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3) Start → 완료 대기 (X-ray lamp 꺼지면 완료)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7000"/>
                </a:solidFill>
              </a:rPr>
              <a:t>✓ 완료 후 Eng.에게 CAD 구축 요청 (Wafer CAD·Die CAD는 Eng. 작업)</a:t>
            </a:r>
          </a:p>
        </p:txBody>
      </p:sp>
      <p:pic>
        <p:nvPicPr>
          <p:cNvPr id="4" name="Picture 3" descr="s0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914400"/>
            <a:ext cx="6126480" cy="34447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</a:rPr>
              <a:t>4. Inspection 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1206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Jobs 화면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1) Inspection 선택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2) 저장된 Recipe 선택 / Slot 선택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3) Start</a:t>
            </a:r>
          </a:p>
        </p:txBody>
      </p:sp>
      <p:pic>
        <p:nvPicPr>
          <p:cNvPr id="4" name="Picture 3" descr="s15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914400"/>
            <a:ext cx="6126480" cy="332208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</a:rPr>
              <a:t>5. 결과 확인 + 합격 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1206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Results 화면에서 확인할 것 2가지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7000"/>
                </a:solidFill>
              </a:rPr>
              <a:t>✓ ① 모든 die가 Composite (FailedToMatchCAD 없음)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7000"/>
                </a:solidFill>
              </a:rPr>
              <a:t>✓ ② 측정 범프직경 ÷ 도면값 = 97~103%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C00000"/>
                </a:solidFill>
              </a:rPr>
              <a:t>★ ②가 어긋나면: 작게 나옴 → kV 1 내려 재검사 / 크게 나옴 → kV 1 올려 재검사 (최대 2회, 그래도 안 되면 Eng. 호출)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C00000"/>
                </a:solidFill>
              </a:rPr>
              <a:t>★ ①이 어긋나면: 재검사 1회 → 그래도 실패 시 Eng. 호출 (kV 창/CAD 문제)</a:t>
            </a:r>
          </a:p>
        </p:txBody>
      </p:sp>
      <p:pic>
        <p:nvPicPr>
          <p:cNvPr id="4" name="Picture 3" descr="s1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914400"/>
            <a:ext cx="6126480" cy="34447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