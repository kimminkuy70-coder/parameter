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SOP for X-ray — Operator (레시피 모델 사용)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목적: 레시피 모델(Recipe_Model.xlsx)로 파라미터를 받아, 판단 없이 검사까지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대상 장비: Nordson XM8000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이 SOP는 값을 '계산'하지 않습니다 — 모든 값은 엑셀이 줍니다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0. 파라미터 받기 (Recipe_Model.xlsx)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순서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'레시피계산' 시트 열기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노란칸 4개 입력: bump 직경 / die 폭·높이 / void 기준%  (전부 도면·spec에 있음)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파란칸 값을 메모: 검사(kV·R·Frame) + 취득(kV·R·Frame)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kV는 '시작값' — 마지막 단계에서 판정 후 1kV 조정될 수 있음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[Eng.] 파라미터의 물리적 의미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kV = 측정직경 다이얼 (창 안에서 −3%p/kV)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· 검사 가능 창은 ±2.5kV로 좁음 (26µm: 55·65kV 전멸 실측)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· 직경 작게 측정 → kV↓ / 크게 측정 → kV↑ / 매칭 전멸 → 창 밖(1kV 단위 스윕으로 창 탐색)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R = D·√p / N  (N=void 최소픽셀, 잠정 20)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· 시간 ∝ 1/R² — N만 지키면 최대한 거칠게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Frame: 노이즈 ∝1/√F, 시간 ∝F — 취득 32 / 검사 F_min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Power: 4W 고정 (3.5~4.5 무효과 실측)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1. 장비 초기화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Home 화면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우측 상단 GEM Status 확인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좌측 Component: INS / WFC / FI / IO / WH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7000"/>
                </a:solidFill>
              </a:rPr>
              <a:t>✓ 전부 Running 이면 정상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하나라도 아니면 검사 중단 → Eng. 호출</a:t>
            </a:r>
          </a:p>
        </p:txBody>
      </p:sp>
      <p:pic>
        <p:nvPicPr>
          <p:cNvPr id="4" name="Picture 3" descr="s0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44758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2. [신규 자재] WS Recipe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WS Recipes 화면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도면값 입력: Bump Diameter / Bump Pitch / Die Size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엑셀의 취득 파라미터 입력: kV / Resolution / Frame(32)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Create WS Recipe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기존 레시피 재사용 시 이 단계 생략 (재사용 가능 여부는 게시된 기준표 참조)</a:t>
            </a:r>
          </a:p>
        </p:txBody>
      </p:sp>
      <p:pic>
        <p:nvPicPr>
          <p:cNvPr id="4" name="Picture 3" descr="s0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3248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3. [신규 자재] Image Acquisition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Jobs 화면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Manual Process start → Image Acquisition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WS Recipe 선택 / Slot 선택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Start → 완료 대기 (X-ray lamp 꺼지면 완료)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7000"/>
                </a:solidFill>
              </a:rPr>
              <a:t>✓ 완료 후 Eng.에게 CAD 구축 요청 (Wafer CAD·Die CAD는 Eng. 작업)</a:t>
            </a:r>
          </a:p>
        </p:txBody>
      </p:sp>
      <p:pic>
        <p:nvPicPr>
          <p:cNvPr id="4" name="Picture 3" descr="s0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4447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[Eng.] CAD 구축 — Wafer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Load에서 Recipe_Base 선택 후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Wafer CAD &gt; Load Images (3개 Step = 정렬 3점)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Set Initial Die → Pitch X/Y·Rotation 조정 → 모든 구역에서 die가 파란 영역 안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Create Grid → 검사 die 선택(십자 5~6개)</a:t>
            </a:r>
          </a:p>
        </p:txBody>
      </p:sp>
      <p:pic>
        <p:nvPicPr>
          <p:cNvPr id="4" name="Picture 3" descr="s10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3217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[Eng.] CAD 구축 — Die CAD &amp; Analysis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Die CAD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BumpGroupAnalysis → AOI 드래그 → Set Area of Interest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Analysis Settings: 엑셀의 검사 파라미터(kV·R·Frame) 입력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Void Percent Thresholds: 판정 p% 설정 → Save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R을 여기서 바꾸면 촬영구역(빨간 박스) 크기가 바뀜 — R ∝ 촬영구역</a:t>
            </a:r>
          </a:p>
        </p:txBody>
      </p:sp>
      <p:pic>
        <p:nvPicPr>
          <p:cNvPr id="4" name="Picture 3" descr="s1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3153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4. Inspection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Jobs 화면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Inspection 선택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저장된 Recipe 선택 / Slot 선택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Start</a:t>
            </a:r>
          </a:p>
        </p:txBody>
      </p:sp>
      <p:pic>
        <p:nvPicPr>
          <p:cNvPr id="4" name="Picture 3" descr="s1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32208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5. 결과 확인 + 합격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1206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Results 화면에서 확인할 것 2가지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7000"/>
                </a:solidFill>
              </a:rPr>
              <a:t>✓ ① 모든 die가 Composite (FailedToMatchCAD 없음)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7000"/>
                </a:solidFill>
              </a:rPr>
              <a:t>✓ ② 측정 범프직경 ÷ 도면값 = 97~103%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②가 어긋나면: 작게 나옴 → kV 1 내려 재검사 / 크게 나옴 → kV 1 올려 재검사 (최대 2회, 그래도 안 되면 Eng. 호출)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①이 어긋나면: 재검사 1회 → 그래도 실패 시 Eng. 호출 (kV 창/CAD 문제)</a:t>
            </a:r>
          </a:p>
        </p:txBody>
      </p:sp>
      <p:pic>
        <p:nvPicPr>
          <p:cNvPr id="4" name="Picture 3" descr="s1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126480" cy="34447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[Eng.] 이상 조치 트리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증상 → 원인 → 조치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측정직경 ≠ 도면 (매칭은 됨) → kV 부정합 → Q=측정/도면 보고 1kV씩 트림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일부 die만 FailedToMatchCAD → CAD 정렬/노후 → 신규 취득 후 재검사 (P0 판정규칙 참조)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3) 전 die 실패 → kV 창 밖 → 1kV 스윕으로 창 탐색 (창폭 ±2.5kV)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4) void%가 반복마다 요동 → N 부족 또는 F 부족 → R 미세화(N≥20) 또는 Frame↑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5) 검사 너무 느림 → R 과잉 미세 → R=D√p/N로 재계산 (큰 범프일수록 여유 큼)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</a:rPr>
              <a:t>★ 모든 조치 결과는 공정모델 엑셀 '런결과입력'에 기록 → 계수 갱신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</a:rPr>
              <a:t>[Eng.] 모델 유지보수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신규 자재 셋업 절차 (목표: 2런)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1) Recipe_Model에 도면값 입력 → 시작 파라미터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2) 1런 검사 → Q_dia 판정 → kV 트림 → 1런 확인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■ 계수 갱신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· 실험/트림 결과는 Process_Model '런결과입력'에 축적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· '계수fit' 시트가 기울기·kV*를 자동 계산 → Recipe_Model '보정계수'에 반영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</a:rPr>
              <a:t>· 잠정(빨강) 계수 3개가 실측으로 바뀌면 모델 완성: N_target, N_detect, F_min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